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pic>
        <p:nvPicPr>
          <p:cNvPr id="4" name="Image 0" descr="/home/workdir/artifacts/images/100024877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65760"/>
            <a:ext cx="292608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Website Deserves an AI.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Website Agent designed to understand website-specific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and help users interact with it.</a:t>
            </a:r>
            <a:endParaRPr lang="en-US" sz="1500" dirty="0"/>
          </a:p>
        </p:txBody>
      </p:sp>
      <p:pic>
        <p:nvPicPr>
          <p:cNvPr id="8" name="Image 1" descr="/home/workdir/artifacts/images/100024880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2560320"/>
            <a:ext cx="25603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 is full of information.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it is a different story.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4142B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Cluttered Pages &amp; Menus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get lost navigating complex structures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4142B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 FAQs &amp; PDFs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info buried in documents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4142B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Announcements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find current, relevant updates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A1A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leads to wasted time, user frustration, repeated support questions, and missed opportunities.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information may already exist. The problem is getting the right information to the right user at the right moment."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the website could just understand the question?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searching, users simply ask.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414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28800"/>
            <a:ext cx="73152" cy="7315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28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"How much is Computer Science 300 level?"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AI: Accesses specific fee information → Answer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4142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063240"/>
            <a:ext cx="73152" cy="7315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63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"How do I apply for admission?"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AI: Accesses application process → Step-by-step guide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MYCHA AI?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Website Agent.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layer integrated directly into a website. It understands the information belonging to that specific website.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14142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User's question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173736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14142B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knowledge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173736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14142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response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173736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14142B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173736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14142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66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0664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approved actions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Project: A working prototype establishing the foundation for this vision.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MYCHA AI IS DIFFERENT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another chatbot.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78B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78B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Website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78B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Chatbot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MYCHA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searches &amp; reads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asks questions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asks questions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pages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knowledge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Website-specific knowledge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figures it 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Limited, generic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Intelligent, contextual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A1A3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Difference: "MYCHA AI is designed to understand the specific website it belongs to."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trying to achieve?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Website-Specific 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097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questions using only information from a specific website.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Retrieval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stored website information before generating a response.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505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Communication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2377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flexible API for any website or client to communicate with the AI.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90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User Experience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3017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Dramatically reduce the time and effort needed to find information.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30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Future-Ready Architecture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3657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foundation for crawling, semantic search, and RAG.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MYCHA AI Works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 flows through a structured pipeline to find the right answer.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373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08760" y="15544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7373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Client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/chat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0" y="15544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7373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947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77640" y="15544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7373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12080" y="15544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373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46520" y="15544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1A2A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17373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80960" y="15544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1A2A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17373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8096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info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A1A3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user's question is processed → knowledge is searched → a relevant, structured response is returned as JSON → displayed to the user.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technology behind the prototype.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1828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scalable server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544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69280" y="1828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POST + JSON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7432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089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7160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Knowledge Engine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Base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54880" y="27432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66928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Postman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API validation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ENGINE &amp; 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AI's Internal Librarian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1414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asks a question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Engine examines the question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Searches the Knowledge 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Identifies the best match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Returns relevant information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14142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information,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curated for the prototype.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name • Fees • Results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• Contact info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474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Crawling • PDF/Word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• Vector DB • RAG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&amp;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Communication Bridge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414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(Website)  →  POST /chat  {"message": "hello"}  →  MYCHA AI Backend  →  {"reply": "Hello! I'm MYCHA AI..."}  →  Client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communication layer — embeddable into any website or application, regardless of frontend technology.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A1A3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Asks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283464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A1A35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API Receives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A1A35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Chat Controller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283464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A1A3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Engine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A1A35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749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Knowledge Engine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361188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A1A35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3749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Match Found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61188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A1A35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749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MYCHA Responds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361188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A1A3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749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User Receives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CONCEPT TO WORKING PROTOTYPE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actually built?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backend server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application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028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API (/chat endpoint)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4320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controller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4612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23444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20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engine</a:t>
            </a:r>
            <a:endParaRPr lang="en-US" sz="14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173736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206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knowledge base</a:t>
            </a:r>
            <a:endParaRPr lang="en-US" sz="14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240280"/>
            <a:ext cx="256032" cy="25603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2064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question processing</a:t>
            </a:r>
            <a:endParaRPr lang="en-US" sz="14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2743200"/>
            <a:ext cx="256032" cy="256032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12064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Knowledge-based responses</a:t>
            </a:r>
            <a:endParaRPr lang="en-US" sz="14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246120"/>
            <a:ext cx="256032" cy="256032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1206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API testing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actually work? Yes.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414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"hello"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Response generated successfully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414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057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school name?"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Relevant stored information returned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414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26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the school fees?"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Relevant fee information returned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414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03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I apply for admission?"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Relevant stored information returned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Manually structured knowledge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Simple keyword-based matching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automatic site crawling yet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large-scale PDF/Word ingestion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Deeper LLM integration future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548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960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960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216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API, Engines, KB, Testing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Knowledge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1856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Crawler, PDF, Semantic Search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2496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RAG, Context-Aware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136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Navigation, 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3776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Embeddable for all sites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architecture. Many possibilities.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1414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Fees, Admission, Courses, Results, Registration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03120" y="128016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1414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5544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456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194560" y="28346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Departments, Services, Appointments, Locations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40480" y="128016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14142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544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931920" y="28346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Products, Delivery, Returns, Orders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577840" y="128016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14142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55448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669280" y="28346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Requirements, Applications, Documents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315200" y="128016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14142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554480"/>
            <a:ext cx="640080" cy="6400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406640" y="28346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Products, Services, Support, Policies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WIDGET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here. Always helpful.</a:t>
            </a:r>
            <a:endParaRPr lang="en-US" sz="2000" dirty="0"/>
          </a:p>
        </p:txBody>
      </p:sp>
      <p:pic>
        <p:nvPicPr>
          <p:cNvPr id="6" name="Image 0" descr="/home/workdir/artifacts/images/10002489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any website into an intelligent AI assistant.</a:t>
            </a:r>
            <a:endParaRPr lang="en-US" sz="1800" dirty="0"/>
          </a:p>
        </p:txBody>
      </p:sp>
      <p:pic>
        <p:nvPicPr>
          <p:cNvPr id="6" name="Image 0" descr="/home/workdir/artifacts/images/10002489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8412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SIGNIFICANCE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static websites to intelligent experiences.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4142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Faster access to information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Less searching &amp; frustration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Better understanding of complex sites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Simpler navigation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4142B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Organizations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Fewer repetitive support questions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Better digital service &amp; accessibility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Improved engagement &amp; satisfaction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4142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Developers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Reusable architecture for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Scalable &amp; adaptable foundation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pic>
        <p:nvPicPr>
          <p:cNvPr id="4" name="Image 0" descr="/home/workdir/artifacts/images/100024877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548640"/>
            <a:ext cx="365760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Website Deserves an AI.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not to put AI beside the website.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to make AI part of the website.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MYCHA AI  •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MYCHA AI - Every Website Deserves an AI</dc:title>
  <dc:subject>AI Website Agent Presentation</dc:subject>
  <dc:creator>MYCHA AI</dc:creator>
  <cp:lastModifiedBy>MYCHA AI</cp:lastModifiedBy>
  <cp:revision>1</cp:revision>
  <dcterms:created xsi:type="dcterms:W3CDTF">2026-08-13T08:57:25Z</dcterms:created>
  <dcterms:modified xsi:type="dcterms:W3CDTF">2026-08-13T08:57:25Z</dcterms:modified>
</cp:coreProperties>
</file>